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should not break text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Compact image fixture</a:t>
            </a:r>
          </a:p>
          <a:p>
            <a:pPr/>
            <a:r>
              <a:t>Used to verify text + image coexistence.</a:t>
            </a:r>
          </a:p>
        </p:txBody>
      </p:sp>
      <p:pic>
        <p:nvPicPr>
          <p:cNvPr id="4" name="Picture 3" descr="tiny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DocForge Image Slide Fixture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