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 emphasize local-first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slide for markdown table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deliverables</a:t>
            </a:r>
          </a:p>
          <a:p>
            <a:pPr lvl="1"/>
            <a:r>
              <a:t>API compatibility maintained</a:t>
            </a:r>
          </a:p>
          <a:p>
            <a:pPr lvl="1"/>
            <a:r>
              <a:t>Regression suite expanded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Docling/Marker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OpenDataLoader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Specialized parsers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DocForge PowerPoint Regression Fixture</dc:title>
  <dc:subject>Slides with bullets and tables</dc:subject>
  <dc:creator>Codex</dc:creator>
  <cp:keywords>pptx, regression, bullets, table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